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5501" y="-13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5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9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52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54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5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4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17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9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FDC8-9BAE-43BD-8CDA-C40967B5E8B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B1E04-9D9C-43ED-9726-F019E82E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9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040" y="975719"/>
            <a:ext cx="9144000" cy="2387600"/>
          </a:xfrm>
        </p:spPr>
        <p:txBody>
          <a:bodyPr/>
          <a:lstStyle/>
          <a:p>
            <a:r>
              <a:rPr lang="en-US" dirty="0" err="1" smtClean="0"/>
              <a:t>admain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496" y="2763160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2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040" y="975719"/>
            <a:ext cx="9144000" cy="2387600"/>
          </a:xfrm>
        </p:spPr>
        <p:txBody>
          <a:bodyPr/>
          <a:lstStyle/>
          <a:p>
            <a:r>
              <a:rPr lang="en-US" dirty="0"/>
              <a:t>JCJCXZCZX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492" y="2528028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75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user2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696" y="2690008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1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8280" y="1122363"/>
            <a:ext cx="9144000" cy="2387600"/>
          </a:xfrm>
        </p:spPr>
        <p:txBody>
          <a:bodyPr/>
          <a:lstStyle/>
          <a:p>
            <a:r>
              <a:rPr lang="en-US" dirty="0" err="1" smtClean="0"/>
              <a:t>yassaa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20" y="2717440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5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useraaa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240" y="2763160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0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admin4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680" y="2717440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angelos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800" y="2909804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95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angeloss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440" y="2732680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28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yassa</a:t>
            </a:r>
            <a:r>
              <a:rPr lang="en-US" dirty="0" smtClean="0"/>
              <a:t> </a:t>
            </a:r>
            <a:r>
              <a:rPr lang="en-US" dirty="0" err="1" smtClean="0"/>
              <a:t>mazhar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042" y="2795488"/>
            <a:ext cx="714475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72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yassa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160" y="2909804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36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yassa</a:t>
            </a:r>
            <a:r>
              <a:rPr lang="en-US" dirty="0" smtClean="0"/>
              <a:t> mm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200" y="2823127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79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admain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320" y="2635144"/>
            <a:ext cx="60015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67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B27CEE-B321-4106-9867-E329BE538F3F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14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admain</vt:lpstr>
      <vt:lpstr>JCJCXZCZX</vt:lpstr>
      <vt:lpstr>user2</vt:lpstr>
      <vt:lpstr>yassaa</vt:lpstr>
      <vt:lpstr>useraaa</vt:lpstr>
      <vt:lpstr>admin4</vt:lpstr>
      <vt:lpstr>angelos</vt:lpstr>
      <vt:lpstr>angeloss</vt:lpstr>
      <vt:lpstr>yassa mazhar</vt:lpstr>
      <vt:lpstr>yassa</vt:lpstr>
      <vt:lpstr>yassa mm</vt:lpstr>
      <vt:lpstr>admain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7</cp:revision>
  <dcterms:created xsi:type="dcterms:W3CDTF">2025-07-03T07:49:59Z</dcterms:created>
  <dcterms:modified xsi:type="dcterms:W3CDTF">2025-07-04T16:22:34Z</dcterms:modified>
</cp:coreProperties>
</file>